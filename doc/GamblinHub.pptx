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21F9F-3FDD-D760-6F13-844FADAEF206}" v="12" dt="2025-12-09T11:15:20.425"/>
    <p1510:client id="{424FDABF-3651-1794-7A0A-8DF18EBEE00F}" v="360" dt="2025-12-09T09:23:48.576"/>
    <p1510:client id="{7998F427-AF69-E28E-35D7-41565C7EEAB3}" v="8" dt="2025-12-08T19:27:26.083"/>
    <p1510:client id="{ABF1E196-F2A2-545C-CAE1-9B6C32B2D928}" v="13" dt="2025-12-09T11:32:28.581"/>
    <p1510:client id="{C58A7B37-22DC-5FE9-46DF-4F6D4690968A}" v="472" dt="2025-12-08T20:01:15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31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0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2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17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7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4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2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3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00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3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77" r:id="rId6"/>
    <p:sldLayoutId id="2147483873" r:id="rId7"/>
    <p:sldLayoutId id="2147483874" r:id="rId8"/>
    <p:sldLayoutId id="2147483875" r:id="rId9"/>
    <p:sldLayoutId id="2147483876" r:id="rId10"/>
    <p:sldLayoutId id="214748387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3" name="Picture 42" descr="Spiderweb details on black background">
            <a:extLst>
              <a:ext uri="{FF2B5EF4-FFF2-40B4-BE49-F238E27FC236}">
                <a16:creationId xmlns:a16="http://schemas.microsoft.com/office/drawing/2014/main" id="{30425A9D-1202-1F5B-7A77-6A503D7C5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5320" r="-7" b="1795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/>
              <a:t>Web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9229" y="6299456"/>
            <a:ext cx="6341848" cy="377601"/>
          </a:xfrm>
        </p:spPr>
        <p:txBody>
          <a:bodyPr anchor="ctr">
            <a:normAutofit fontScale="77500" lnSpcReduction="20000"/>
          </a:bodyPr>
          <a:lstStyle/>
          <a:p>
            <a:pPr algn="r"/>
            <a:r>
              <a:rPr lang="en-US" sz="1800"/>
              <a:t>Alejandro Rodríguez , Alejandro Fernadez, Daniel Gómez y Giulio Tizzano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82E21-75B7-5979-FF5F-87599848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err="1"/>
              <a:t>Índice</a:t>
            </a:r>
            <a:r>
              <a:rPr lang="en-US" sz="3600"/>
              <a:t>:</a:t>
            </a:r>
            <a:br>
              <a:rPr lang="en-US" sz="3600"/>
            </a:br>
            <a:r>
              <a:rPr lang="en-US" sz="2400" err="1"/>
              <a:t>GAmblinHUB</a:t>
            </a:r>
            <a:endParaRPr lang="en-US" sz="2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7C9BD-92F5-ED56-25C0-3FC7697BA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Introducción</a:t>
            </a:r>
          </a:p>
          <a:p>
            <a:r>
              <a:rPr lang="en-US" err="1"/>
              <a:t>Requisitos</a:t>
            </a:r>
            <a:r>
              <a:rPr lang="en-US"/>
              <a:t> </a:t>
            </a:r>
            <a:r>
              <a:rPr lang="en-US" err="1"/>
              <a:t>Funcionales</a:t>
            </a:r>
            <a:r>
              <a:rPr lang="en-US"/>
              <a:t>/No </a:t>
            </a:r>
            <a:r>
              <a:rPr lang="en-US" err="1"/>
              <a:t>Funcionales</a:t>
            </a:r>
          </a:p>
          <a:p>
            <a:r>
              <a:rPr lang="en-US"/>
              <a:t>Fin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04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965D5-E77B-4083-368C-9EA53E55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9637"/>
            <a:ext cx="6745406" cy="1316736"/>
          </a:xfrm>
        </p:spPr>
        <p:txBody>
          <a:bodyPr>
            <a:normAutofit/>
          </a:bodyPr>
          <a:lstStyle/>
          <a:p>
            <a:r>
              <a:rPr lang="en-US" err="1"/>
              <a:t>Introducción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C7A31E9-CB8F-4167-A21B-6AF00864F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6515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Premium AI Image | Portrait of elderly woman gambler playing slot ...">
            <a:extLst>
              <a:ext uri="{FF2B5EF4-FFF2-40B4-BE49-F238E27FC236}">
                <a16:creationId xmlns:a16="http://schemas.microsoft.com/office/drawing/2014/main" id="{E1E95367-28E4-1E3B-1182-DDC61E0E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03" r="20449" b="-1"/>
          <a:stretch>
            <a:fillRect/>
          </a:stretch>
        </p:blipFill>
        <p:spPr>
          <a:xfrm>
            <a:off x="8115300" y="10"/>
            <a:ext cx="4076699" cy="348699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F983119-182B-4BC7-AC8F-ED02E4F9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6515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oup of people playing slot machines&#10;&#10;AI-generated content may be incorrect.">
            <a:extLst>
              <a:ext uri="{FF2B5EF4-FFF2-40B4-BE49-F238E27FC236}">
                <a16:creationId xmlns:a16="http://schemas.microsoft.com/office/drawing/2014/main" id="{5D4F4B49-7582-7C07-AA2F-922309E805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19" r="18721" b="2"/>
          <a:stretch>
            <a:fillRect/>
          </a:stretch>
        </p:blipFill>
        <p:spPr>
          <a:xfrm>
            <a:off x="8115300" y="3429001"/>
            <a:ext cx="4076699" cy="34290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8D783E-3C49-1706-222F-C61EC05AC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018" y="1846212"/>
            <a:ext cx="6515923" cy="3823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/>
              <a:t>Hemos realizado una aplicación web sobre apuestas, donde además de apostar, podrás ver los resultados deportivos del día anterior y en directo. </a:t>
            </a:r>
            <a:endParaRPr lang="en-US"/>
          </a:p>
          <a:p>
            <a:pPr marL="0" indent="0">
              <a:buNone/>
            </a:pPr>
            <a:r>
              <a:rPr lang="es-ES"/>
              <a:t>Existen diferentes tipos de usuarios, con diferentes accesos dentro de la web. </a:t>
            </a:r>
            <a:endParaRPr lang="en-US"/>
          </a:p>
          <a:p>
            <a:pPr marL="0" indent="0">
              <a:buNone/>
            </a:pPr>
            <a:r>
              <a:rPr lang="es-ES"/>
              <a:t>La web tiene una interfaz fácil de entender y accesible, facilitando un mayor acceso a las personas.</a:t>
            </a:r>
          </a:p>
        </p:txBody>
      </p:sp>
    </p:spTree>
    <p:extLst>
      <p:ext uri="{BB962C8B-B14F-4D97-AF65-F5344CB8AC3E}">
        <p14:creationId xmlns:p14="http://schemas.microsoft.com/office/powerpoint/2010/main" val="122391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8A11-2970-1752-86FB-18371131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err="1"/>
              <a:t>Requisitos</a:t>
            </a:r>
            <a:r>
              <a:rPr lang="en-US"/>
              <a:t> </a:t>
            </a:r>
            <a:r>
              <a:rPr lang="en-US" err="1"/>
              <a:t>Funcionales</a:t>
            </a:r>
            <a:r>
              <a:rPr lang="en-US"/>
              <a:t>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49913-873A-493B-7C0B-373A5AAD4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76935"/>
            <a:ext cx="5443530" cy="24746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/>
              <a:t>Para </a:t>
            </a:r>
            <a:r>
              <a:rPr lang="en-US" sz="2400" b="1" err="1"/>
              <a:t>Usuarios</a:t>
            </a:r>
            <a:r>
              <a:rPr lang="en-US" sz="2400" b="1"/>
              <a:t> </a:t>
            </a:r>
            <a:r>
              <a:rPr lang="en-US" sz="2400" b="1" err="1"/>
              <a:t>Registrados</a:t>
            </a:r>
            <a:r>
              <a:rPr lang="en-US" sz="2400" b="1"/>
              <a:t> (</a:t>
            </a:r>
            <a:r>
              <a:rPr lang="en-US" sz="2400" b="1" err="1"/>
              <a:t>básicos</a:t>
            </a:r>
            <a:r>
              <a:rPr lang="en-US" sz="2400" b="1"/>
              <a:t>)</a:t>
            </a:r>
            <a:endParaRPr lang="en-US" sz="2400"/>
          </a:p>
          <a:p>
            <a:pPr marL="914400" lvl="1" indent="-457200">
              <a:buAutoNum type="arabicPeriod"/>
            </a:pPr>
            <a:r>
              <a:rPr lang="en-US" u="sng" err="1"/>
              <a:t>Permitir</a:t>
            </a:r>
            <a:r>
              <a:rPr lang="en-US" u="sng"/>
              <a:t> </a:t>
            </a:r>
            <a:r>
              <a:rPr lang="en-US" u="sng" err="1"/>
              <a:t>el</a:t>
            </a:r>
            <a:r>
              <a:rPr lang="en-US" u="sng"/>
              <a:t> </a:t>
            </a:r>
            <a:r>
              <a:rPr lang="en-US" u="sng" err="1"/>
              <a:t>registro</a:t>
            </a:r>
            <a:r>
              <a:rPr lang="en-US" u="sng"/>
              <a:t> y </a:t>
            </a:r>
            <a:r>
              <a:rPr lang="en-US" u="sng" err="1"/>
              <a:t>acceso</a:t>
            </a:r>
            <a:r>
              <a:rPr lang="en-US" u="sng"/>
              <a:t> con </a:t>
            </a:r>
            <a:r>
              <a:rPr lang="en-US" u="sng" err="1"/>
              <a:t>usuario</a:t>
            </a:r>
            <a:r>
              <a:rPr lang="en-US" u="sng"/>
              <a:t> y </a:t>
            </a:r>
            <a:r>
              <a:rPr lang="en-US" u="sng" err="1"/>
              <a:t>contraseña</a:t>
            </a:r>
            <a:r>
              <a:rPr lang="en-US" u="sng"/>
              <a:t>.</a:t>
            </a:r>
          </a:p>
          <a:p>
            <a:pPr marL="914400" lvl="1" indent="-457200">
              <a:buAutoNum type="arabicPeriod"/>
            </a:pPr>
            <a:r>
              <a:rPr lang="en-US" u="sng" err="1"/>
              <a:t>Permitir</a:t>
            </a:r>
            <a:r>
              <a:rPr lang="en-US" u="sng"/>
              <a:t> la </a:t>
            </a:r>
            <a:r>
              <a:rPr lang="en-US" u="sng" err="1"/>
              <a:t>modificación</a:t>
            </a:r>
            <a:r>
              <a:rPr lang="en-US" u="sng"/>
              <a:t> del </a:t>
            </a:r>
            <a:r>
              <a:rPr lang="en-US" u="sng" err="1"/>
              <a:t>perfil</a:t>
            </a:r>
            <a:r>
              <a:rPr lang="en-US" u="sng"/>
              <a:t> básico (correo, contraseña, datos personales).</a:t>
            </a:r>
          </a:p>
          <a:p>
            <a:pPr marL="914400" lvl="1" indent="-457200">
              <a:buAutoNum type="arabicPeriod"/>
            </a:pPr>
            <a:r>
              <a:rPr lang="en-US" u="sng" err="1"/>
              <a:t>Mostrar</a:t>
            </a:r>
            <a:r>
              <a:rPr lang="en-US" u="sng"/>
              <a:t> </a:t>
            </a:r>
            <a:r>
              <a:rPr lang="en-US" u="sng" err="1"/>
              <a:t>el</a:t>
            </a:r>
            <a:r>
              <a:rPr lang="en-US" u="sng"/>
              <a:t> </a:t>
            </a:r>
            <a:r>
              <a:rPr lang="en-US" u="sng" err="1"/>
              <a:t>saldo</a:t>
            </a:r>
            <a:r>
              <a:rPr lang="en-US" u="sng"/>
              <a:t> virtual e </a:t>
            </a:r>
            <a:r>
              <a:rPr lang="en-US" u="sng" err="1"/>
              <a:t>historial</a:t>
            </a:r>
            <a:r>
              <a:rPr lang="en-US" u="sng"/>
              <a:t> de </a:t>
            </a:r>
            <a:r>
              <a:rPr lang="en-US" u="sng" err="1"/>
              <a:t>apuestas</a:t>
            </a:r>
            <a:r>
              <a:rPr lang="en-US" u="sng"/>
              <a:t>.</a:t>
            </a:r>
          </a:p>
          <a:p>
            <a:pPr marL="914400" lvl="1" indent="-457200">
              <a:buAutoNum type="arabicPeriod"/>
            </a:pPr>
            <a:r>
              <a:rPr lang="en-US" u="sng" err="1"/>
              <a:t>Permitir</a:t>
            </a:r>
            <a:r>
              <a:rPr lang="en-US" u="sng"/>
              <a:t> </a:t>
            </a:r>
            <a:r>
              <a:rPr lang="en-US" u="sng" err="1"/>
              <a:t>realizar</a:t>
            </a:r>
            <a:r>
              <a:rPr lang="en-US" u="sng"/>
              <a:t> </a:t>
            </a:r>
            <a:r>
              <a:rPr lang="en-US" u="sng" err="1"/>
              <a:t>apuestas</a:t>
            </a:r>
            <a:r>
              <a:rPr lang="en-US" u="sng"/>
              <a:t> </a:t>
            </a:r>
            <a:r>
              <a:rPr lang="en-US" u="sng" err="1"/>
              <a:t>en</a:t>
            </a:r>
            <a:r>
              <a:rPr lang="en-US" u="sng"/>
              <a:t> salas </a:t>
            </a:r>
            <a:r>
              <a:rPr lang="en-US" u="sng" err="1"/>
              <a:t>generales</a:t>
            </a:r>
            <a:r>
              <a:rPr lang="en-US" u="sng"/>
              <a:t>.</a:t>
            </a:r>
          </a:p>
          <a:p>
            <a:pPr marL="914400" lvl="1" indent="-457200">
              <a:buAutoNum type="arabicPeriod"/>
            </a:pPr>
            <a:r>
              <a:rPr lang="en-US" u="sng" err="1"/>
              <a:t>Simular</a:t>
            </a:r>
            <a:r>
              <a:rPr lang="en-US" u="sng"/>
              <a:t> </a:t>
            </a:r>
            <a:r>
              <a:rPr lang="en-US" u="sng" err="1"/>
              <a:t>recargas</a:t>
            </a:r>
            <a:r>
              <a:rPr lang="en-US" u="sng"/>
              <a:t> de </a:t>
            </a:r>
            <a:r>
              <a:rPr lang="en-US" u="sng" err="1"/>
              <a:t>saldo</a:t>
            </a:r>
            <a:r>
              <a:rPr lang="en-US" u="sng"/>
              <a:t> (no dinero real).</a:t>
            </a:r>
          </a:p>
          <a:p>
            <a:pPr marL="457200" lvl="1" indent="0">
              <a:buNone/>
            </a:pPr>
            <a:endParaRPr lang="en-US" sz="1600"/>
          </a:p>
          <a:p>
            <a:endParaRPr lang="en-US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6726F-026A-4BB3-10C5-4D4DE93EE030}"/>
              </a:ext>
            </a:extLst>
          </p:cNvPr>
          <p:cNvSpPr txBox="1"/>
          <p:nvPr/>
        </p:nvSpPr>
        <p:spPr>
          <a:xfrm>
            <a:off x="6397924" y="1876247"/>
            <a:ext cx="5420264" cy="28233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/>
            <a:r>
              <a:rPr lang="en-US" sz="2400" b="1"/>
              <a:t>Para </a:t>
            </a:r>
            <a:r>
              <a:rPr lang="en-US" sz="2400" b="1" err="1"/>
              <a:t>Usuarios</a:t>
            </a:r>
            <a:r>
              <a:rPr lang="en-US" sz="2400" b="1"/>
              <a:t> Premium</a:t>
            </a:r>
          </a:p>
          <a:p>
            <a:pPr marL="914400" lvl="1" indent="-4572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en-US" u="sng" err="1"/>
              <a:t>Simular</a:t>
            </a:r>
            <a:r>
              <a:rPr lang="en-US" u="sng"/>
              <a:t> </a:t>
            </a:r>
            <a:r>
              <a:rPr lang="en-US" u="sng" err="1"/>
              <a:t>el</a:t>
            </a:r>
            <a:r>
              <a:rPr lang="en-US" u="sng"/>
              <a:t> </a:t>
            </a:r>
            <a:r>
              <a:rPr lang="en-US" u="sng" err="1"/>
              <a:t>pago</a:t>
            </a:r>
            <a:r>
              <a:rPr lang="en-US" u="sng"/>
              <a:t> de </a:t>
            </a:r>
            <a:r>
              <a:rPr lang="en-US" u="sng" err="1"/>
              <a:t>una</a:t>
            </a:r>
            <a:r>
              <a:rPr lang="en-US" u="sng"/>
              <a:t> </a:t>
            </a:r>
            <a:r>
              <a:rPr lang="en-US" u="sng" err="1"/>
              <a:t>cuota</a:t>
            </a:r>
            <a:r>
              <a:rPr lang="en-US" u="sng"/>
              <a:t> </a:t>
            </a:r>
            <a:r>
              <a:rPr lang="en-US" u="sng" err="1"/>
              <a:t>mensual</a:t>
            </a:r>
            <a:r>
              <a:rPr lang="en-US" u="sng"/>
              <a:t> para </a:t>
            </a:r>
            <a:r>
              <a:rPr lang="en-US" u="sng" err="1"/>
              <a:t>activar</a:t>
            </a:r>
            <a:r>
              <a:rPr lang="en-US" u="sng"/>
              <a:t> </a:t>
            </a:r>
            <a:r>
              <a:rPr lang="en-US" u="sng" err="1"/>
              <a:t>el</a:t>
            </a:r>
            <a:r>
              <a:rPr lang="en-US" u="sng"/>
              <a:t> </a:t>
            </a:r>
            <a:r>
              <a:rPr lang="en-US" u="sng" err="1"/>
              <a:t>rol</a:t>
            </a:r>
            <a:r>
              <a:rPr lang="en-US" u="sng"/>
              <a:t> premium.</a:t>
            </a:r>
          </a:p>
          <a:p>
            <a:pPr marL="914400" lvl="1" indent="-4572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en-US" u="sng" err="1"/>
              <a:t>Permitir</a:t>
            </a:r>
            <a:r>
              <a:rPr lang="en-US" u="sng"/>
              <a:t> </a:t>
            </a:r>
            <a:r>
              <a:rPr lang="en-US" u="sng" err="1"/>
              <a:t>el</a:t>
            </a:r>
            <a:r>
              <a:rPr lang="en-US" u="sng"/>
              <a:t> </a:t>
            </a:r>
            <a:r>
              <a:rPr lang="en-US" u="sng" err="1"/>
              <a:t>acceso</a:t>
            </a:r>
            <a:r>
              <a:rPr lang="en-US" u="sng"/>
              <a:t> a salas </a:t>
            </a:r>
            <a:r>
              <a:rPr lang="en-US" u="sng" err="1"/>
              <a:t>privadas</a:t>
            </a:r>
            <a:r>
              <a:rPr lang="en-US" u="sng"/>
              <a:t> con </a:t>
            </a:r>
            <a:r>
              <a:rPr lang="en-US" u="sng" err="1"/>
              <a:t>cuotas</a:t>
            </a:r>
            <a:r>
              <a:rPr lang="en-US" u="sng"/>
              <a:t> </a:t>
            </a:r>
            <a:r>
              <a:rPr lang="en-US" u="sng" err="1"/>
              <a:t>exclusivas</a:t>
            </a:r>
            <a:r>
              <a:rPr lang="en-US" u="sng"/>
              <a:t>.</a:t>
            </a:r>
          </a:p>
          <a:p>
            <a:pPr marL="914400" lvl="1" indent="-4572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en-US" err="1"/>
              <a:t>Ofrecer</a:t>
            </a:r>
            <a:r>
              <a:rPr lang="en-US"/>
              <a:t> </a:t>
            </a:r>
            <a:r>
              <a:rPr lang="en-US" err="1"/>
              <a:t>bonos</a:t>
            </a:r>
            <a:r>
              <a:rPr lang="en-US"/>
              <a:t> o </a:t>
            </a:r>
            <a:r>
              <a:rPr lang="en-US" err="1"/>
              <a:t>promociones</a:t>
            </a:r>
            <a:r>
              <a:rPr lang="en-US"/>
              <a:t> </a:t>
            </a:r>
            <a:r>
              <a:rPr lang="en-US" err="1"/>
              <a:t>simuladas</a:t>
            </a:r>
            <a:r>
              <a:rPr lang="en-US"/>
              <a:t>.</a:t>
            </a:r>
          </a:p>
          <a:p>
            <a:pPr marL="914400" lvl="1" indent="-4572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en-US" err="1"/>
              <a:t>Mostrar</a:t>
            </a:r>
            <a:r>
              <a:rPr lang="en-US"/>
              <a:t> </a:t>
            </a:r>
            <a:r>
              <a:rPr lang="en-US" err="1"/>
              <a:t>estadísticas</a:t>
            </a:r>
            <a:r>
              <a:rPr lang="en-US"/>
              <a:t> </a:t>
            </a:r>
            <a:r>
              <a:rPr lang="en-US" err="1"/>
              <a:t>adicionales</a:t>
            </a:r>
            <a:r>
              <a:rPr lang="en-US"/>
              <a:t> </a:t>
            </a:r>
            <a:r>
              <a:rPr lang="en-US" err="1"/>
              <a:t>exclusivas</a:t>
            </a:r>
            <a:r>
              <a:rPr lang="en-US"/>
              <a:t>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58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A2CA-4AB3-667C-FF09-0A90C182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CBE0-5DF2-4FA8-40F1-CEEB63B4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err="1"/>
              <a:t>Requisitos</a:t>
            </a:r>
            <a:r>
              <a:rPr lang="en-US"/>
              <a:t> </a:t>
            </a:r>
            <a:r>
              <a:rPr lang="en-US" err="1"/>
              <a:t>Funcionales</a:t>
            </a:r>
            <a:r>
              <a:rPr lang="en-US"/>
              <a:t> (II)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C502-A812-1C02-377A-F0FB5FEEB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76935"/>
            <a:ext cx="10705816" cy="392524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800" b="1"/>
              <a:t>Para </a:t>
            </a:r>
            <a:r>
              <a:rPr lang="en-US" sz="1800" b="1" err="1"/>
              <a:t>Administradores</a:t>
            </a:r>
            <a:endParaRPr lang="en-US" sz="1800" b="1"/>
          </a:p>
          <a:p>
            <a:pPr marL="342900" indent="-342900">
              <a:buAutoNum type="arabicPeriod"/>
            </a:pPr>
            <a:r>
              <a:rPr lang="en-US" sz="1800" u="sng" err="1"/>
              <a:t>Gestionar</a:t>
            </a:r>
            <a:r>
              <a:rPr lang="en-US" sz="1800" u="sng"/>
              <a:t> </a:t>
            </a:r>
            <a:r>
              <a:rPr lang="en-US" sz="1800" u="sng" err="1"/>
              <a:t>usuarios</a:t>
            </a:r>
            <a:r>
              <a:rPr lang="en-US" sz="1800" u="sng"/>
              <a:t> (</a:t>
            </a:r>
            <a:r>
              <a:rPr lang="en-US" sz="1800" u="sng" err="1"/>
              <a:t>activar</a:t>
            </a:r>
            <a:r>
              <a:rPr lang="en-US" sz="1800" u="sng"/>
              <a:t>, </a:t>
            </a:r>
            <a:r>
              <a:rPr lang="en-US" sz="1800" u="sng" err="1"/>
              <a:t>desactivar</a:t>
            </a:r>
            <a:r>
              <a:rPr lang="en-US" sz="1800" u="sng"/>
              <a:t>, </a:t>
            </a:r>
            <a:r>
              <a:rPr lang="en-US" sz="1800" u="sng" err="1"/>
              <a:t>eliminar</a:t>
            </a:r>
            <a:r>
              <a:rPr lang="en-US" sz="1800" u="sng"/>
              <a:t>, </a:t>
            </a:r>
            <a:r>
              <a:rPr lang="en-US" sz="1800" u="sng" err="1"/>
              <a:t>cambiar</a:t>
            </a:r>
            <a:r>
              <a:rPr lang="en-US" sz="1800" u="sng"/>
              <a:t> </a:t>
            </a:r>
            <a:r>
              <a:rPr lang="en-US" sz="1800" u="sng" err="1"/>
              <a:t>rol</a:t>
            </a:r>
            <a:r>
              <a:rPr lang="en-US" sz="1800" u="sng"/>
              <a:t>).</a:t>
            </a:r>
          </a:p>
          <a:p>
            <a:pPr marL="342900" indent="-342900">
              <a:buAutoNum type="arabicPeriod"/>
            </a:pPr>
            <a:r>
              <a:rPr lang="en-US" sz="1800" u="sng"/>
              <a:t>Crear y </a:t>
            </a:r>
            <a:r>
              <a:rPr lang="en-US" sz="1800" u="sng" err="1"/>
              <a:t>actualizar</a:t>
            </a:r>
            <a:r>
              <a:rPr lang="en-US" sz="1800" u="sng"/>
              <a:t> </a:t>
            </a:r>
            <a:r>
              <a:rPr lang="en-US" sz="1800" u="sng" err="1"/>
              <a:t>eventos</a:t>
            </a:r>
            <a:r>
              <a:rPr lang="en-US" sz="1800" u="sng"/>
              <a:t> </a:t>
            </a:r>
            <a:r>
              <a:rPr lang="en-US" sz="1800" u="sng" err="1"/>
              <a:t>deportivos</a:t>
            </a:r>
            <a:r>
              <a:rPr lang="en-US" sz="1800" u="sng"/>
              <a:t> con </a:t>
            </a:r>
            <a:r>
              <a:rPr lang="en-US" sz="1800" u="sng" err="1"/>
              <a:t>cuotas</a:t>
            </a:r>
            <a:r>
              <a:rPr lang="en-US" sz="1800" u="sng"/>
              <a:t>.</a:t>
            </a:r>
          </a:p>
          <a:p>
            <a:pPr marL="342900" indent="-342900">
              <a:buAutoNum type="arabicPeriod"/>
            </a:pPr>
            <a:r>
              <a:rPr lang="en-US" sz="1800" err="1"/>
              <a:t>Definir</a:t>
            </a:r>
            <a:r>
              <a:rPr lang="en-US" sz="1800"/>
              <a:t> </a:t>
            </a:r>
            <a:r>
              <a:rPr lang="en-US" sz="1800" err="1"/>
              <a:t>qué</a:t>
            </a:r>
            <a:r>
              <a:rPr lang="en-US" sz="1800"/>
              <a:t> </a:t>
            </a:r>
            <a:r>
              <a:rPr lang="en-US" sz="1800" err="1"/>
              <a:t>eventos</a:t>
            </a:r>
            <a:r>
              <a:rPr lang="en-US" sz="1800"/>
              <a:t> son </a:t>
            </a:r>
            <a:r>
              <a:rPr lang="en-US" sz="1800" err="1"/>
              <a:t>públicos</a:t>
            </a:r>
            <a:r>
              <a:rPr lang="en-US" sz="1800"/>
              <a:t> o </a:t>
            </a:r>
            <a:r>
              <a:rPr lang="en-US" sz="1800" err="1"/>
              <a:t>exclusivos</a:t>
            </a:r>
            <a:r>
              <a:rPr lang="en-US" sz="1800"/>
              <a:t>.</a:t>
            </a:r>
          </a:p>
          <a:p>
            <a:pPr marL="342900" indent="-342900">
              <a:buAutoNum type="arabicPeriod"/>
            </a:pPr>
            <a:r>
              <a:rPr lang="en-US" sz="1800" u="sng" err="1"/>
              <a:t>Consultar</a:t>
            </a:r>
            <a:r>
              <a:rPr lang="en-US" sz="1800" u="sng"/>
              <a:t> </a:t>
            </a:r>
            <a:r>
              <a:rPr lang="en-US" sz="1800" u="sng" err="1"/>
              <a:t>estadísticas</a:t>
            </a:r>
            <a:r>
              <a:rPr lang="en-US" sz="1800" u="sng"/>
              <a:t> </a:t>
            </a:r>
            <a:r>
              <a:rPr lang="en-US" sz="1800" u="sng" err="1"/>
              <a:t>básicas</a:t>
            </a:r>
            <a:r>
              <a:rPr lang="en-US" sz="1800" u="sng"/>
              <a:t> (</a:t>
            </a:r>
            <a:r>
              <a:rPr lang="en-US" sz="1800" u="sng" err="1"/>
              <a:t>usuarios</a:t>
            </a:r>
            <a:r>
              <a:rPr lang="en-US" sz="1800" u="sng"/>
              <a:t>, premium, eventos).</a:t>
            </a:r>
            <a:endParaRPr lang="en-US" b="1" u="sng"/>
          </a:p>
          <a:p>
            <a:pPr marL="0" indent="0">
              <a:buNone/>
            </a:pPr>
            <a:r>
              <a:rPr lang="en-US" sz="1800" b="1"/>
              <a:t>Para </a:t>
            </a:r>
            <a:r>
              <a:rPr lang="en-US" sz="1800" b="1" err="1"/>
              <a:t>Métodos</a:t>
            </a:r>
            <a:r>
              <a:rPr lang="en-US" sz="1800" b="1"/>
              <a:t> de Pago (</a:t>
            </a:r>
            <a:r>
              <a:rPr lang="en-US" sz="1800" b="1" err="1"/>
              <a:t>simulados</a:t>
            </a:r>
            <a:r>
              <a:rPr lang="en-US" sz="1800" b="1"/>
              <a:t>)</a:t>
            </a:r>
            <a:endParaRPr lang="en-US" b="1"/>
          </a:p>
          <a:p>
            <a:pPr marL="342900" indent="-342900">
              <a:buAutoNum type="arabicPeriod"/>
            </a:pPr>
            <a:r>
              <a:rPr lang="en-US" sz="1800" u="sng" err="1"/>
              <a:t>Simular</a:t>
            </a:r>
            <a:r>
              <a:rPr lang="en-US" sz="1800" u="sng"/>
              <a:t> </a:t>
            </a:r>
            <a:r>
              <a:rPr lang="en-US" sz="1800" u="sng" err="1"/>
              <a:t>depósitos</a:t>
            </a:r>
            <a:r>
              <a:rPr lang="en-US" sz="1800" u="sng"/>
              <a:t> y </a:t>
            </a:r>
            <a:r>
              <a:rPr lang="en-US" sz="1800" u="sng" err="1"/>
              <a:t>retiros</a:t>
            </a:r>
            <a:r>
              <a:rPr lang="en-US" sz="1800" u="sng"/>
              <a:t> de </a:t>
            </a:r>
            <a:r>
              <a:rPr lang="en-US" sz="1800" u="sng" err="1"/>
              <a:t>saldo</a:t>
            </a:r>
            <a:r>
              <a:rPr lang="en-US" sz="1800" u="sng"/>
              <a:t> virtual.</a:t>
            </a:r>
          </a:p>
          <a:p>
            <a:pPr marL="342900" indent="-342900">
              <a:buAutoNum type="arabicPeriod"/>
            </a:pPr>
            <a:r>
              <a:rPr lang="en-US" sz="1800" u="sng" err="1"/>
              <a:t>Simular</a:t>
            </a:r>
            <a:r>
              <a:rPr lang="en-US" sz="1800" u="sng"/>
              <a:t> </a:t>
            </a:r>
            <a:r>
              <a:rPr lang="en-US" sz="1800" u="sng" err="1"/>
              <a:t>el</a:t>
            </a:r>
            <a:r>
              <a:rPr lang="en-US" sz="1800" u="sng"/>
              <a:t> </a:t>
            </a:r>
            <a:r>
              <a:rPr lang="en-US" sz="1800" u="sng" err="1"/>
              <a:t>pago</a:t>
            </a:r>
            <a:r>
              <a:rPr lang="en-US" sz="1800" u="sng"/>
              <a:t> de </a:t>
            </a:r>
            <a:r>
              <a:rPr lang="en-US" sz="1800" u="sng" err="1"/>
              <a:t>cuota</a:t>
            </a:r>
            <a:r>
              <a:rPr lang="en-US" sz="1800" u="sng"/>
              <a:t> </a:t>
            </a:r>
            <a:r>
              <a:rPr lang="en-US" sz="1800" u="sng" err="1"/>
              <a:t>mensual</a:t>
            </a:r>
            <a:r>
              <a:rPr lang="en-US" sz="1800" u="sng"/>
              <a:t> premium.</a:t>
            </a:r>
          </a:p>
          <a:p>
            <a:pPr marL="342900" indent="-342900">
              <a:buAutoNum type="arabicPeriod"/>
            </a:pPr>
            <a:r>
              <a:rPr lang="en-US" sz="1800" u="sng" err="1"/>
              <a:t>Confirmar</a:t>
            </a:r>
            <a:r>
              <a:rPr lang="en-US" sz="1800" u="sng"/>
              <a:t> </a:t>
            </a:r>
            <a:r>
              <a:rPr lang="en-US" sz="1800" u="sng" err="1"/>
              <a:t>transacciones</a:t>
            </a:r>
            <a:r>
              <a:rPr lang="en-US" sz="1800" u="sng"/>
              <a:t> con </a:t>
            </a:r>
            <a:r>
              <a:rPr lang="en-US" sz="1800" u="sng" err="1"/>
              <a:t>mensajes</a:t>
            </a:r>
            <a:r>
              <a:rPr lang="en-US" sz="1800" u="sng"/>
              <a:t> </a:t>
            </a:r>
            <a:r>
              <a:rPr lang="en-US" sz="1800" u="sng" err="1"/>
              <a:t>en</a:t>
            </a:r>
            <a:r>
              <a:rPr lang="en-US" sz="1800" u="sng"/>
              <a:t> </a:t>
            </a:r>
            <a:r>
              <a:rPr lang="en-US" sz="1800" u="sng" err="1"/>
              <a:t>pantalla</a:t>
            </a:r>
            <a:r>
              <a:rPr lang="en-US" sz="1800" u="sng"/>
              <a:t>.</a:t>
            </a: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39625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03BE2-FD65-33EA-5BDE-BBC9F5B4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15CDA-1C42-F6A4-DF88-2FB587EE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err="1"/>
              <a:t>Requisitos</a:t>
            </a:r>
            <a:r>
              <a:rPr lang="en-US"/>
              <a:t> no </a:t>
            </a:r>
            <a:r>
              <a:rPr lang="en-US" err="1"/>
              <a:t>Funcionales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2615-9CE3-C250-B89C-287050F7B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Para Accesibilidad </a:t>
            </a:r>
            <a:endParaRPr lang="en-US" b="1" err="1"/>
          </a:p>
          <a:p>
            <a:r>
              <a:rPr lang="en-US" sz="1800" u="sng">
                <a:ea typeface="+mn-lt"/>
                <a:cs typeface="+mn-lt"/>
              </a:rPr>
              <a:t>Diseño responsive (PC y móvil). </a:t>
            </a:r>
            <a:endParaRPr lang="en-US" sz="1800" u="sng"/>
          </a:p>
          <a:p>
            <a:r>
              <a:rPr lang="en-US" sz="1800" u="sng">
                <a:ea typeface="+mn-lt"/>
                <a:cs typeface="+mn-lt"/>
              </a:rPr>
              <a:t>Textos claros y botones visibles. </a:t>
            </a:r>
            <a:endParaRPr lang="en-US" sz="1800" u="sng"/>
          </a:p>
          <a:p>
            <a:r>
              <a:rPr lang="en-US" sz="1800">
                <a:ea typeface="+mn-lt"/>
                <a:cs typeface="+mn-lt"/>
              </a:rPr>
              <a:t>Alternativa de texto en imágenes principales. </a:t>
            </a:r>
            <a:endParaRPr lang="en-US" sz="180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683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Panorámica</PresentationFormat>
  <Slides>6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ChronicleVTI</vt:lpstr>
      <vt:lpstr>Web</vt:lpstr>
      <vt:lpstr>Índice: GAmblinHUB</vt:lpstr>
      <vt:lpstr>Introducción</vt:lpstr>
      <vt:lpstr>Requisitos Funcionales (I)</vt:lpstr>
      <vt:lpstr>Requisitos Funcionales (II)</vt:lpstr>
      <vt:lpstr>Requisitos no Funcionales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2025-12-08T19:03:36Z</dcterms:created>
  <dcterms:modified xsi:type="dcterms:W3CDTF">2025-12-09T13:29:06Z</dcterms:modified>
</cp:coreProperties>
</file>